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3D6989-CAD6-4AE3-9952-524262DC68C9}" v="157" dt="2026-08-02T18:00:18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114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346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963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/>
            <a:ahLst/>
            <a:cxnLst/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728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04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65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01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850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42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774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545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8330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1820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5018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506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778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758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8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13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31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320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5666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678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826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981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61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673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577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8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8/2/2026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55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  <p:sldLayoutId id="2147483904" r:id="rId16"/>
    <p:sldLayoutId id="2147483905" r:id="rId17"/>
    <p:sldLayoutId id="2147483906" r:id="rId18"/>
    <p:sldLayoutId id="2147483907" r:id="rId19"/>
    <p:sldLayoutId id="2147483908" r:id="rId20"/>
    <p:sldLayoutId id="2147483909" r:id="rId21"/>
    <p:sldLayoutId id="2147483910" r:id="rId22"/>
    <p:sldLayoutId id="2147483911" r:id="rId23"/>
    <p:sldLayoutId id="2147483912" r:id="rId24"/>
    <p:sldLayoutId id="2147483913" r:id="rId25"/>
    <p:sldLayoutId id="2147483914" r:id="rId26"/>
    <p:sldLayoutId id="2147483915" r:id="rId27"/>
    <p:sldLayoutId id="2147483916" r:id="rId28"/>
    <p:sldLayoutId id="2147483917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vershopcommerce/evershop.git" TargetMode="Externa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Ever shop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8995" y="2317465"/>
            <a:ext cx="11158027" cy="35553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Aptos Light"/>
                <a:ea typeface="+mn-lt"/>
                <a:cs typeface="+mn-lt"/>
              </a:rPr>
              <a:t>What is </a:t>
            </a:r>
            <a:r>
              <a:rPr lang="en-US" b="1" dirty="0" err="1">
                <a:latin typeface="Aptos Light"/>
                <a:ea typeface="+mn-lt"/>
                <a:cs typeface="+mn-lt"/>
              </a:rPr>
              <a:t>EverShop</a:t>
            </a:r>
            <a:r>
              <a:rPr lang="en-US" b="1" dirty="0">
                <a:latin typeface="Aptos Light"/>
                <a:ea typeface="+mn-lt"/>
                <a:cs typeface="+mn-lt"/>
              </a:rPr>
              <a:t>?</a:t>
            </a:r>
            <a:endParaRPr lang="en-US" dirty="0">
              <a:latin typeface="Aptos Light"/>
            </a:endParaRPr>
          </a:p>
          <a:p>
            <a:endParaRPr lang="en-US" dirty="0">
              <a:latin typeface="Aptos Light"/>
              <a:ea typeface="+mn-lt"/>
              <a:cs typeface="+mn-lt"/>
            </a:endParaRPr>
          </a:p>
          <a:p>
            <a:r>
              <a:rPr lang="en-US" dirty="0">
                <a:latin typeface="Aptos Light"/>
                <a:ea typeface="+mn-lt"/>
                <a:cs typeface="+mn-lt"/>
              </a:rPr>
              <a:t>An open-source, modern E-commerce platform built with </a:t>
            </a:r>
            <a:r>
              <a:rPr lang="en-US" b="1" dirty="0">
                <a:latin typeface="Aptos Light"/>
                <a:ea typeface="+mn-lt"/>
                <a:cs typeface="+mn-lt"/>
              </a:rPr>
              <a:t>Node.js</a:t>
            </a:r>
            <a:r>
              <a:rPr lang="en-US" dirty="0">
                <a:latin typeface="Aptos Light"/>
                <a:ea typeface="+mn-lt"/>
                <a:cs typeface="+mn-lt"/>
              </a:rPr>
              <a:t>, </a:t>
            </a:r>
            <a:r>
              <a:rPr lang="en-US" b="1" dirty="0">
                <a:latin typeface="Aptos Light"/>
                <a:ea typeface="+mn-lt"/>
                <a:cs typeface="+mn-lt"/>
              </a:rPr>
              <a:t>React</a:t>
            </a:r>
            <a:r>
              <a:rPr lang="en-US" dirty="0">
                <a:latin typeface="Aptos Light"/>
                <a:ea typeface="+mn-lt"/>
                <a:cs typeface="+mn-lt"/>
              </a:rPr>
              <a:t>, and </a:t>
            </a:r>
            <a:r>
              <a:rPr lang="en-US" b="1" dirty="0" err="1">
                <a:latin typeface="Aptos Light"/>
                <a:ea typeface="+mn-lt"/>
                <a:cs typeface="+mn-lt"/>
              </a:rPr>
              <a:t>GraphQL</a:t>
            </a:r>
            <a:r>
              <a:rPr lang="en-US" dirty="0">
                <a:latin typeface="Aptos Light"/>
                <a:ea typeface="+mn-lt"/>
                <a:cs typeface="+mn-lt"/>
              </a:rPr>
              <a:t>, using </a:t>
            </a:r>
            <a:r>
              <a:rPr lang="en-US" b="1" dirty="0">
                <a:latin typeface="Aptos Light"/>
                <a:ea typeface="+mn-lt"/>
                <a:cs typeface="+mn-lt"/>
              </a:rPr>
              <a:t>PostgreSQL</a:t>
            </a:r>
            <a:r>
              <a:rPr lang="en-US" dirty="0">
                <a:latin typeface="Aptos Light"/>
                <a:ea typeface="+mn-lt"/>
                <a:cs typeface="+mn-lt"/>
              </a:rPr>
              <a:t> as its core relational database</a:t>
            </a:r>
            <a:endParaRPr lang="en-US">
              <a:latin typeface="Aptos Ligh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2284E-B2B3-EEB2-4740-FB0A5685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Update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A15DE-AF32-C029-0516-B51BECFFF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>
                <a:ea typeface="+mn-lt"/>
                <a:cs typeface="+mn-lt"/>
              </a:rPr>
              <a:t>sudo</a:t>
            </a:r>
            <a:r>
              <a:rPr lang="en-US" sz="1800" dirty="0">
                <a:ea typeface="+mn-lt"/>
                <a:cs typeface="+mn-lt"/>
              </a:rPr>
              <a:t> apt update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sudo</a:t>
            </a:r>
            <a:r>
              <a:rPr lang="en-US" sz="1800" dirty="0">
                <a:ea typeface="+mn-lt"/>
                <a:cs typeface="+mn-lt"/>
              </a:rPr>
              <a:t> apt upgrade -y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40726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5DB0-D4CE-886A-3861-2C57D9E0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Install Required Packages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B2C8F-6EEA-DE17-6F44-37B2D6766B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>
                <a:ea typeface="+mn-lt"/>
                <a:cs typeface="+mn-lt"/>
              </a:rPr>
              <a:t>sudo</a:t>
            </a:r>
            <a:r>
              <a:rPr lang="en-US" sz="1800" dirty="0">
                <a:ea typeface="+mn-lt"/>
                <a:cs typeface="+mn-lt"/>
              </a:rPr>
              <a:t> apt install docker.io git –y</a:t>
            </a:r>
          </a:p>
          <a:p>
            <a:r>
              <a:rPr lang="en-US" sz="1800" dirty="0" err="1">
                <a:ea typeface="+mn-lt"/>
                <a:cs typeface="+mn-lt"/>
              </a:rPr>
              <a:t>sudo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systemctl</a:t>
            </a:r>
            <a:r>
              <a:rPr lang="en-US" sz="1800" dirty="0">
                <a:ea typeface="+mn-lt"/>
                <a:cs typeface="+mn-lt"/>
              </a:rPr>
              <a:t> start docker</a:t>
            </a:r>
            <a:endParaRPr lang="en-US" sz="1800"/>
          </a:p>
          <a:p>
            <a:r>
              <a:rPr lang="en-US" sz="1800" dirty="0" err="1">
                <a:ea typeface="+mn-lt"/>
                <a:cs typeface="+mn-lt"/>
              </a:rPr>
              <a:t>sudo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systemctl</a:t>
            </a:r>
            <a:r>
              <a:rPr lang="en-US" sz="1800" dirty="0">
                <a:ea typeface="+mn-lt"/>
                <a:cs typeface="+mn-lt"/>
              </a:rPr>
              <a:t> enable docker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5186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A854-0DE1-28F2-0038-FAE9D08E6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Install Docker Compose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4500A-46D5-A61F-3350-50B58925F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>
                <a:ea typeface="+mn-lt"/>
                <a:cs typeface="+mn-lt"/>
              </a:rPr>
              <a:t>sudo</a:t>
            </a:r>
            <a:r>
              <a:rPr lang="en-US" sz="1800" dirty="0">
                <a:ea typeface="+mn-lt"/>
                <a:cs typeface="+mn-lt"/>
              </a:rPr>
              <a:t> apt install docker-compose-plugin -y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docker compose version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07636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D751-340B-C267-9800-D7CA92D5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Download </a:t>
            </a:r>
            <a:r>
              <a:rPr lang="en-US" dirty="0" err="1">
                <a:ea typeface="+mj-lt"/>
                <a:cs typeface="+mj-lt"/>
              </a:rPr>
              <a:t>EverShop</a:t>
            </a:r>
            <a:r>
              <a:rPr lang="en-US" dirty="0">
                <a:ea typeface="+mj-lt"/>
                <a:cs typeface="+mj-lt"/>
              </a:rPr>
              <a:t>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77A0-16FC-09C8-6245-7D72A9E16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git clone </a:t>
            </a:r>
            <a:r>
              <a:rPr lang="en-US" sz="1800" dirty="0">
                <a:ea typeface="+mn-lt"/>
                <a:cs typeface="+mn-lt"/>
                <a:hlinkClick r:id="rId2"/>
              </a:rPr>
              <a:t>https://github.com/evershopcommerce/evershop.git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cd </a:t>
            </a:r>
            <a:r>
              <a:rPr lang="en-US" sz="1800" dirty="0" err="1">
                <a:ea typeface="+mn-lt"/>
                <a:cs typeface="+mn-lt"/>
              </a:rPr>
              <a:t>evershop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5376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ADB4-60DA-50A7-6DC1-2CD7F297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Start </a:t>
            </a:r>
            <a:r>
              <a:rPr lang="en-US" dirty="0" err="1">
                <a:ea typeface="+mj-lt"/>
                <a:cs typeface="+mj-lt"/>
              </a:rPr>
              <a:t>EverShop</a:t>
            </a:r>
            <a:r>
              <a:rPr lang="en-US" dirty="0">
                <a:ea typeface="+mj-lt"/>
                <a:cs typeface="+mj-lt"/>
              </a:rPr>
              <a:t>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0B9FC-3E7D-8DB1-EBD1-2A1CF3665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docker compose up –d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79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2285C-7C7E-0028-AFAB-375AAA00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Verify Running Containers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9DABD-210A-2891-7FC9-E8E8E3C92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latin typeface="Consolas"/>
              </a:rPr>
              <a:t>docker </a:t>
            </a:r>
            <a:r>
              <a:rPr lang="en-US" sz="1800" dirty="0" err="1">
                <a:latin typeface="Consolas"/>
              </a:rPr>
              <a:t>ps</a:t>
            </a:r>
            <a:endParaRPr lang="en-US" sz="1800"/>
          </a:p>
          <a:p>
            <a:r>
              <a:rPr lang="en-US" sz="1800">
                <a:latin typeface="Consolas"/>
              </a:rPr>
              <a:t>docker compose logs</a:t>
            </a:r>
            <a:endParaRPr lang="en-US" sz="18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88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96C2D-D928-7577-3892-0806717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Network Configuration (</a:t>
            </a:r>
            <a:r>
              <a:rPr lang="en-US" dirty="0" err="1">
                <a:ea typeface="+mj-lt"/>
                <a:cs typeface="+mj-lt"/>
              </a:rPr>
              <a:t>Containerlab</a:t>
            </a:r>
            <a:r>
              <a:rPr lang="en-US" dirty="0">
                <a:ea typeface="+mj-lt"/>
                <a:cs typeface="+mj-lt"/>
              </a:rPr>
              <a:t>)</a:t>
            </a:r>
            <a:br>
              <a:rPr lang="en-US" dirty="0">
                <a:ea typeface="+mj-lt"/>
                <a:cs typeface="+mj-lt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14553-155B-D180-B4F0-9991DF0E4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 err="1">
                <a:ea typeface="+mn-lt"/>
                <a:cs typeface="+mn-lt"/>
              </a:rPr>
              <a:t>containerlab</a:t>
            </a:r>
            <a:r>
              <a:rPr lang="en-US" sz="1800" dirty="0">
                <a:ea typeface="+mn-lt"/>
                <a:cs typeface="+mn-lt"/>
              </a:rPr>
              <a:t> deploy -t </a:t>
            </a:r>
            <a:r>
              <a:rPr lang="en-US" sz="1800" dirty="0" err="1">
                <a:ea typeface="+mn-lt"/>
                <a:cs typeface="+mn-lt"/>
              </a:rPr>
              <a:t>topology.clab.yml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1800" dirty="0" err="1">
                <a:ea typeface="+mn-lt"/>
                <a:cs typeface="+mn-lt"/>
              </a:rPr>
              <a:t>containerlab</a:t>
            </a:r>
            <a:r>
              <a:rPr lang="en-US" sz="1800" dirty="0">
                <a:ea typeface="+mn-lt"/>
                <a:cs typeface="+mn-lt"/>
              </a:rPr>
              <a:t> inspect -t topology.clab.yml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28969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6DB3-0A5C-4C23-D713-F80557250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Testing </a:t>
            </a:r>
            <a:r>
              <a:rPr lang="en-US" dirty="0" err="1">
                <a:ea typeface="+mj-lt"/>
                <a:cs typeface="+mj-lt"/>
              </a:rPr>
              <a:t>EverShop</a:t>
            </a:r>
            <a:r>
              <a:rPr lang="en-US" dirty="0">
                <a:ea typeface="+mj-lt"/>
                <a:cs typeface="+mj-lt"/>
              </a:rPr>
              <a:t> Connection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25D8F-42D5-6043-32E2-22B2D60A3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curl http://localhost:3000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72631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0E48-A393-BEB4-6349-B9385907B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Ping &amp; Connectivity Test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93B3B-6C88-A9EF-359A-7ACCFF2ED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docker exec -it clab-lab-topology-client1 ping 172.20.20.10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02945322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Bjo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Bjo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58E17CF6-1BD7-439C-B13C-57B478723B62}" vid="{983041D9-13D3-43F3-B671-446E6DAE8C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Bjorn</vt:lpstr>
      <vt:lpstr>Ever shop</vt:lpstr>
      <vt:lpstr>Update server</vt:lpstr>
      <vt:lpstr>Install Required Packages</vt:lpstr>
      <vt:lpstr>Install Docker Compose</vt:lpstr>
      <vt:lpstr>Download EverShop Project</vt:lpstr>
      <vt:lpstr>Start EverShop Application</vt:lpstr>
      <vt:lpstr>Verify Running Containers</vt:lpstr>
      <vt:lpstr>Network Configuration (Containerlab) </vt:lpstr>
      <vt:lpstr>Testing EverShop Connection</vt:lpstr>
      <vt:lpstr>Ping &amp; Connectivity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84</cp:revision>
  <dcterms:created xsi:type="dcterms:W3CDTF">2026-08-02T11:31:45Z</dcterms:created>
  <dcterms:modified xsi:type="dcterms:W3CDTF">2026-08-02T18:01:25Z</dcterms:modified>
</cp:coreProperties>
</file>